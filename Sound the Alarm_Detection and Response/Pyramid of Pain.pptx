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Based on the suspicious file hash using the SHA256 file hash in VirusTotal, this file has been identified to be malicious. Based on the </a:t>
            </a:r>
            <a:r>
              <a:rPr lang="en">
                <a:solidFill>
                  <a:srgbClr val="434343"/>
                </a:solidFill>
              </a:rPr>
              <a:t>security vendors rating in the VirusTotal report, 60/73 security vendors flagged this file as malicious, with a community score having -239 as a rating. This means that the community within VirusTotal have rated the file being negative, which indicates that the file is a threat . Additionally, the VirusTotal report detected that this particular file contains a trojan virus called “FlagPro” inside.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Trying to run malicious code, gain higher permissions, and access credentials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108.177.119.100, 108.177.119.101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FFFFFF"/>
                </a:solidFill>
                <a:highlight>
                  <a:srgbClr val="161625"/>
                </a:highlight>
                <a:latin typeface="Roboto"/>
                <a:ea typeface="Roboto"/>
                <a:cs typeface="Roboto"/>
                <a:sym typeface="Roboto"/>
              </a:rPr>
              <a:t>8f35a9e70dbec8f1904991773f394cd4f9a07f5e</a:t>
            </a:r>
            <a:endParaRPr sz="1050">
              <a:solidFill>
                <a:srgbClr val="FFFFFF"/>
              </a:solidFill>
              <a:highlight>
                <a:srgbClr val="16162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